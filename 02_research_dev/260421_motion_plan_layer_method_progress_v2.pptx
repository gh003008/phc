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Human–Robot Integrated Simulation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Motion Plan Layer
 — 개념 · 방법론 · 진행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웨어러블 로봇 학습을 위한 개인화된 Human Agent 상위 제어 계층의 설계와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12080"/>
            <a:ext cx="4114800" cy="64008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2026-04-21  |  Youn Jimin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5212080"/>
            <a:ext cx="5943600" cy="64008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ctr"/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Focus: Velocity Command 설계 진단 → Retiming 방법론 → 두 트랙 진행 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개념 → 방법론 → 진행 → 결과 순서로 전개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058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① 배경 및 필요성 — 왜 통합 human-robot 시뮬레이션이 필요한가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② 전체 프레임워크 — 3 구성요소와 계층적 Human Model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③ Motion Plan Layer — 설계 목표와 C → G → R 구조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④ G의 학습 방법론 — 왜 PHC가 적합한가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⑤ 우리의 변형 — PHC → VIC-extended MPL (4 axes)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⑥ 진단 — v_motion vs v_cmd의 reward 충돌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⑦ 중간 해결 — Reference Retiming (단일 clip 위에서의 토대 검증)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⑧ 현재 진행 — Two parallel tracks (Baseline A / Baseline B)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⑨ 결과 — motivating evidence (Phase 0 / Round 1)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⑩ 궤도 수정 — 왜 multi-clip이 유일한 답인가</a:t>
            </a:r>
          </a:p>
          <a:p>
            <a:pPr algn="l">
              <a:lnSpc>
                <a:spcPct val="145000"/>
              </a:lnSpc>
            </a:pPr>
            <a:r>
              <a:rPr sz="19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⑪ 남은 과제와 한 문장 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배경 및 필요성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웨어러블 로봇의 제어 학습은 사용자와의 폐루프 상호작용 안에서 이루어져야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155680" cy="100584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80000" bIns="80000" wrap="square"/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통합 시뮬레이션이 필요한 이유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웨어러블 로봇 제어 네트워크는 다양한 신체·보행 특성의 사용자와 폐루프 상호작용 안에서 학습되어야 한다. 따라서 인간의 passive·반사·자발 특성을 포함한 human agent, 로봇 동역학, 그리고 둘 사이의 물리적 상호작용을 같은 루프 안에서 다룰 수 있는 통합 시뮬레이터가 필요하다.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440680" cy="411480"/>
          </a:xfrm>
          <a:prstGeom prst="roundRect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기존 접근 ① Muscle-action (MyoSuite, KINESIS)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Muscle activation을 직접 action으로 두는 end-to-end 구조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개인화 = 전체 정책 재학습 → 비실용적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정책 내부에 joint-level 좌표계(로봇이 개입할 지점)가 드러나지 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560320"/>
            <a:ext cx="5532120" cy="411480"/>
          </a:xfrm>
          <a:prstGeom prst="roundRect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기존 접근 ② Humanoid-like tracker (고정 PD)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063240"/>
            <a:ext cx="5394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관절 궤적만을 action으로 두는 구조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co-contraction·강성 조절 등 인간 제어 핵심 자유도 표현 불가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같은 궤적에서의 외란 대응 양상 차이 담을 수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00600"/>
            <a:ext cx="11155680" cy="1463040"/>
          </a:xfrm>
          <a:prstGeom prst="roundRect">
            <a:avLst/>
          </a:prstGeom>
          <a:solidFill>
            <a:srgbClr val="E7EEF8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80000" bIns="80000" wrap="square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→ 해결되지 않는 것: 개인마다 다른 근력·수동 강성·반사 지연·보행 장애와 같은 구조적 변동성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특히 보행 장애가 있는 사용자는 정상 보행 분포에 대한 일반화만으로는 대응할 수 없다. 각 사용자 고유의 동작 스타일과 외란 대응 양식을 재현해야만 웨어러블 로봇의 보조 전략을 개인화된 형태로 학습할 수 있다.</a:t>
            </a:r>
          </a:p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⇒ Human agent를 적절히 계층화한 새로운 통합 시뮬레이션 프레임워크가 필요.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전체 프레임워크 — 3 구성요소와 계층적 Human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통합 시뮬레이션의 뼈대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657600" cy="1051560"/>
          </a:xfrm>
          <a:prstGeom prst="roundRect">
            <a:avLst/>
          </a:prstGeom>
          <a:solidFill>
            <a:srgbClr val="2C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80000" bIns="60000" wrap="square"/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Robot Model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웨어러블 로봇의 조인트 동역학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657600" cy="105156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80000" bIns="60000" wrap="square"/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Human–Robot Interaction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착용 접촉을 통한 양방향 힘·운동 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657600" cy="1051560"/>
          </a:xfrm>
          <a:prstGeom prst="roundRect">
            <a:avLst/>
          </a:prstGeom>
          <a:solidFill>
            <a:srgbClr val="288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80000" bIns="60000" wrap="square"/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Human Model (본 보고 범위)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Motion Plan Layer  +  Muscle Activation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1155680" cy="411480"/>
          </a:xfrm>
          <a:prstGeom prst="roundRect">
            <a:avLst/>
          </a:prstGeom>
          <a:solidFill>
            <a:srgbClr val="288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Human Model — 두 계층의 역할 분담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5486400" cy="1417320"/>
          </a:xfrm>
          <a:prstGeom prst="roundRect">
            <a:avLst/>
          </a:prstGeom>
          <a:solidFill>
            <a:srgbClr val="143C82"/>
          </a:solidFill>
          <a:ln w="9525">
            <a:solidFill>
              <a:srgbClr val="143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80000" bIns="60000" wrap="square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상위  ·  Motion Plan Layer  ★ 본 보고 범위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의도·coordination·강성 수준의 제어.  reference 관절 궤적 q_ref + 저차원 impedance κ 생성.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E7EEF8"/>
                </a:solidFill>
                <a:latin typeface="Pretendard"/>
                <a:ea typeface="Pretendard"/>
                <a:cs typeface="Pretendard"/>
              </a:rPr>
              <a:t>→ “어떤 스타일로, 얼마나 단단하게 움직일 것인가”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486400" cy="141732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80000" bIns="60000" wrap="square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하위  ·  Muscle Activation Layer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피험자별 근력·수동 강성·반사 지연 등 근육·반사 동역학을 반영. 상위 reference를 근 활성화 → 실제 토크로 실현.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→ “subject-specific 실행기 (별도 라인)”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11155680" cy="36576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3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왜 계층적으로 분리하나?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10972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① 개인화의 구조적 분해 — passive 생리 특성은 identification, coordination 차이는 학습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② 궤적 너머의 강성·순응성 표현력 — κ가 있기 때문에 co-contraction·강성 조절 표현 가능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③ 로봇과 공통 좌표계 위에서의 해석 — 실패 모드를 상위/하위로 분리 진단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④ 인간 운동제어 계층과의 정합 — 의도 → coordination → 근활성 흐름을 그대로 반영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Motion Plan Layer — 설계 목표와 C → G → R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세 가지 요구를 동시에 만족하는 상위 제어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411480"/>
          </a:xfrm>
          <a:prstGeom prst="roundRect">
            <a:avLst/>
          </a:prstGeom>
          <a:solidFill>
            <a:srgbClr val="2C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설계 목표 — 동시에 만족해야 할 3 요구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530352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① 임의 CoM 입력에 대한 동작 생성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     · 주어진 u^user를 feasibility로 projection 후 tracking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② 한 사람의 다양한 데이터 기반 개인화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     · gait style·습관·반응 양식이 평균화되지 않음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③ 위기상황에서의 능동적 반응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     · residual correction을 넘어 step placement / timing reset / 강성 재구성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532120" cy="41148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구조  ·  C → G → R (직렬 연결)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868680" cy="96012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60000" bIns="20000" wrap="square"/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874519"/>
            <a:ext cx="4572000" cy="96012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 tIns="60000" bIns="4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CoM Intention Projection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LIP·XCoM 기반 QP projection. 학습 없이 매 tick 실행.  u^user를 feasible set으로 정규화해 ũ 출력.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926079"/>
            <a:ext cx="868680" cy="96012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60000" bIns="20000" wrap="square"/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926079"/>
            <a:ext cx="4572000" cy="96012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143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 tIns="60000" bIns="4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Nominal Gait Generator  ★ 현재 연구 집중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Subject-specific 시퀀스 모델.  ũ · state history · retrieval된 reference window · style latent z_gait → (q_ref, κ_prior).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77639"/>
            <a:ext cx="868680" cy="960120"/>
          </a:xfrm>
          <a:prstGeom prst="roundRect">
            <a:avLst/>
          </a:prstGeom>
          <a:solidFill>
            <a:srgbClr val="2C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60000" bIns="20000" wrap="square"/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977639"/>
            <a:ext cx="4572000" cy="96012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 tIns="60000" bIns="4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Structured Residual Correction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α_t(불안정도)·φ_t(gait phase) 조건부 additive 보정. Fast/strategic 채널별로 학습.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155680" cy="1188720"/>
          </a:xfrm>
          <a:prstGeom prst="roundRect">
            <a:avLst/>
          </a:prstGeom>
          <a:solidFill>
            <a:srgbClr val="E7EEF8"/>
          </a:solidFill>
          <a:ln w="9525">
            <a:solidFill>
              <a:srgbClr val="143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80000" bIns="80000" wrap="square"/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합성 규칙 — additive (게이팅 없음)</a:t>
            </a:r>
          </a:p>
          <a:p>
            <a:pPr algn="ctr">
              <a:lnSpc>
                <a:spcPct val="135000"/>
              </a:lnSpc>
            </a:pPr>
            <a:r>
              <a:rPr sz="1400" b="1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u_t  =  u_t^G  +  Δu_t^R        (R은 항상 켜져 있되 내부적으로 α_t·φ_t에 조건부 반응)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β(α_t)·R 형태의 외부 게이팅을 쓰지 않는 이유 — α_t noise로 인한 chattering 방지, 학습 분포 내에서 시간 스케일이 자연스럽게 분리되도록.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왜 PHC인가 — 원본이 이미 제공하는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G를 새로 짜지 않아도 되는 이유 · “기본 제공 ↔ G 요구사항”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155680" cy="685800"/>
          </a:xfrm>
          <a:prstGeom prst="roundRect">
            <a:avLst/>
          </a:prstGeom>
          <a:solidFill>
            <a:srgbClr val="E7EEF8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60000" bIns="60000" wrap="square"/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PHC는 대규모 MoCap을 단일 goal-conditioned policy로 모사하는 humanoid motion tracker. G가 요구하는 기능 다수가 원본에 이미 들어 있음 — 우리는 “그 위에” 얹기만 하면 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474720"/>
              </a:tblGrid>
              <a:tr h="496388"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PHC 원본이 기본 제공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어떤 형태로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G 요구 대응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</a:tr>
              <a:tr h="496388"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Goal-conditioned motion tracking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 step마다 motion reference의 미래 K 프레임(q·pos·vel)을 task obs로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ũ에 해당하는 “무엇을 따라갈지” 신호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96388"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AMP style discriminator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Demo clip vs rollout 분포를 판별 → style reward 자동 부여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Subject style 유지 기전 (D_S의 뼈대)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per-env shape variation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has_shape_variation=True → 각 env에 다른 SMPL betas robot 생성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다양한 체형 노출 (personalization 재료)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96388"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Shape 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has_shape_obs=True → policy obs에 betas 10 dims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Subject-style latent의 시뮬 현실판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Action-space 확장 용이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action dim을 yaml로 제어, 토크 계산 파이프라인이 dim 독립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Impedance(VIC) latent κ_prior 붙이기 쉬움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96392"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PPO + imitation + survival reward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rl-games 기반, reward spec yaml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향후 R 단계의 recovery RL과 정합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760720"/>
            <a:ext cx="11155680" cy="54864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⇒ PHC를 G의 골격으로 채택.  다음 페이지 = “그 위에 우리가 새로 얹은 것 vs 기본 flag로 켠 것”.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우리의 변형 — PHC → VIC-extended MPL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“새로 코드로 구현한 축”과 “PHC 원본 기능을 flag로 켠 축”을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155680" cy="41148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 · 새로 코드로 구현한 축  (원본 PHC에는 없음)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40680" cy="182880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143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50000" tIns="80000" bIns="80000" wrap="square"/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A-1  ·  Impedance latent (VIC)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왜 — MPL의 κ_prior 요구. 동일 궤적에서도 co-contraction·강성 조절 표현.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어떻게 — humanoid_im_vic.py · 4-group CCF · Stage 1/2 커리큘럼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토크식 — τ = kp·2^ccf·(q_ref − q) − kd·2^ccf·q̇   (ccf는 policy action dim)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28800"/>
            <a:ext cx="5532120" cy="182880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143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50000" tIns="80000" bIns="80000" wrap="square"/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A-2  ·  Velocity Command  —  설계가 진화 중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왜 — PHC 원본 goal은 “motion frame 따라가라”뿐. 같은 걸음을 다양한 속도로 내려면 CoM 속도 축이 필요.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v1 (Round 1) — humanoid_im_vic_cmd.py · obs +3 · reward blend (1−w)·base + w·cmd_track</a:t>
            </a:r>
          </a:p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v2 (Round 3, 진행 중) — humanoid_im_vic_cmd_retime.py · motion 자체를 retime · cmd를 teacher 안으로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155680" cy="411480"/>
          </a:xfrm>
          <a:prstGeom prst="roundRect">
            <a:avLst/>
          </a:prstGeom>
          <a:solidFill>
            <a:srgbClr val="288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 · PHC 원본 기능을 yaml flag로 켠 축  (코드 변경 없음)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5440680" cy="196596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50000" tIns="80000" bIns="80000" wrap="square"/>
          <a:lstStyle/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B-1  ·  Personalization (shape variation + shape obs)  —  현재 보류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개념 — robot.has_shape_variation + has_shape_obs 두 줄로 per-env 다른 SMPL betas · obs에 betas 10 dims.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Round 2(V2_A/B) 42% 지점에서 디스크 중단 → 드롭 결정:  “단일-clip 위에 shape variation은 동기 부족”.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향후 — retime plateau 후 multi-clip 확장 시점에 재도입 검토.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297680"/>
            <a:ext cx="5532120" cy="196596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288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50000" tIns="80000" bIns="80000" wrap="square"/>
          <a:lstStyle/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288E4F"/>
                </a:solidFill>
                <a:latin typeface="Pretendard"/>
                <a:ea typeface="Pretendard"/>
                <a:cs typeface="Pretendard"/>
              </a:rPr>
              <a:t>B-2  ·  AMP Style Discriminator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개념 — rl-games 기본 AMP path. 단일 subject demo라 population disc가 사실상 D_S 역할. has_shape_obs_disc=False.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Retime에 맞춰 AMP demo velocity도 per-demo scale(s')로 사후 스케일 → positive 분포를 retimed rollout과 일치.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향후 — multi-subject library 확보 시 subject-filtered D_S로 자연스럽게 전환.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진단 — v_motion vs v_cmd의 reward 충돌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먼저 용어부터: 두 속도와 두 reward를 구분해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155680" cy="36576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  ·  두 속도와 두 reward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937760"/>
                <a:gridCol w="4572000"/>
              </a:tblGrid>
              <a:tr h="365760"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기호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무엇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어떻게 정해지나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</a:tr>
              <a:tr h="365760"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v_motion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Reference motion(AMASS forward walking clip)의 natural pelvis forward 속도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Clip 내용 자체로 고정. 단일 clip이면 한 값.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v_cmd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Task obs에 주입되는 명령 속도 (현재 구현: [v_cmd_x, v_cmd_y, ω_cmd] 3 dims)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매 env reset마다  v_cmd_x ~ U(0.8, 1.3) m/s  로 독립 샘플  (v_motion과 무관)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base imitation rwd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시뮬 상태와 reference motion 상태의 일치도 (pose + body velocities 포함)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간접적으로  v_motion  을 추종하게 유도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cmd tracking rwd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exp(−2·‖v_pelvis − v_cmd‖² − |ω_pelvis − ω_cmd|²)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직접적으로  v_cmd  를 추종하게 유도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703320"/>
            <a:ext cx="5440680" cy="219456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60000" bIns="6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B02E2E"/>
                </a:solidFill>
                <a:latin typeface="Pretendard"/>
                <a:ea typeface="Pretendard"/>
                <a:cs typeface="Pretendard"/>
              </a:rPr>
              <a:t>두 reward가 가리키는 방향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base imitation   →   match  v_motion  (고정)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cmd tracking     →   match  v_cmd  (랜덤)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v_cmd ≠ v_motion 인 에피소드에서 정책은 두 reward의 가중합을 타협. cmd_tracking_w 만 바꿔선 근본 충돌은 유지.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주: reward 외에 AMP discriminator도 demo motion의 “속도 분포”를 보고 판별 → 충돌 채널이 하나 더 있음.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703320"/>
            <a:ext cx="5532120" cy="2194560"/>
          </a:xfrm>
          <a:prstGeom prst="roundRect">
            <a:avLst/>
          </a:prstGeom>
          <a:solidFill>
            <a:srgbClr val="E7EEF8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60000" bIns="6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증거 — Round 1 실측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CMD_A (w=0.3) : 실패율 35%,  av_rwd 527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CMD_B (w=0.5) : 실패율 14%,  av_rwd 440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Best-ep 역산 (cmd_reward≈1 가정) → implied base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CMD_A best 688.7  ⇒  983  (&gt; VIC4 951)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CMD_B best 507.2  ⇒  1013  (&gt; VIC4 951)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⇒ 성공 시 품질은 baseline 초과.  비용은 “실패 에피소드 비율”로 나타남.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35040"/>
            <a:ext cx="11155680" cy="320040"/>
          </a:xfrm>
          <a:prstGeom prst="roundRect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 —  단일 clip에서  v_cmd ≠ v_motion 이 되는 순간마다 base imitation ↔ cmd tracking 이 구조적으로 충돌.  학습량이 아니라 reward 구조의 문제.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해결 — Reference Retiming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Command를 “별도 reward 항”이 아니라 “teacher motion의 재생 속도”로 옮김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155680" cy="100584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80000" bIns="80000" wrap="square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아이디어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 env reset마다 per-env speed scale  s ~ U(0.9, 1.1)  샘플. Reference motion을 rate s로 재생 → retimed teacher의 pelvis 속도가 이미 s·v_nat. Imitation reward를 그대로 쓰면 teacher 자체가 명령 신호를 담게 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11155680" cy="68580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60000" bIns="60000" wrap="square"/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수식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retimed  =  start  +  s · (t − start)       v_ref_retimed  =  s · v_ref(retimed)          (위치는 retimed time에서, 속도는 chain rule로 s배)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37560"/>
            <a:ext cx="11155680" cy="100584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143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60000" bIns="6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① Motion retiming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_get_state_from_motionlib_cache를 wrapping.
motion_times → start + s·(t−start), 그리고 root_vel / root_ang_vel / dof_vel / body_vel / body_ang_vel 모두 s배.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53128"/>
            <a:ext cx="11155680" cy="100584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60000" bIns="6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② AMP demo 분포 일치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AMP discriminator가 절대 속도 feature를 봄 → demo velocity도 per-demo s' 샘플로 s'배. Positive 분포가 retimed rollout과 일치하도록.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68696"/>
            <a:ext cx="11155680" cy="100584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288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60000" bIns="6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88E4F"/>
                </a:solidFill>
                <a:latin typeface="Pretendard"/>
                <a:ea typeface="Pretendard"/>
                <a:cs typeface="Pretendard"/>
              </a:rPr>
              <a:t>③ Command은 obs에만 보존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v_cmd_x = s · v_nat 을 기존 3-dim obs 슬롯에 기록 → 네트워크 구조는 그대로. cmd_tracking_w = 0.0 (명시적 cmd reward 없음).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446520"/>
            <a:ext cx="11155680" cy="320040"/>
          </a:xfrm>
          <a:prstGeom prst="roundRect">
            <a:avLst/>
          </a:prstGeom>
          <a:solidFill>
            <a:srgbClr val="E7EEF8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2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의미 — imitation-vs-cmd 구조적 충돌 제거.  “teacher가 곧 명령”이 되어 base reward가 자기모순 없음.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현재 진행 — Two Parallel Tracks (2026-04-21)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같은 질문을 두 각도에서 동시에 공격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40680" cy="457200"/>
          </a:xfrm>
          <a:prstGeom prst="roundRect">
            <a:avLst/>
          </a:prstGeom>
          <a:solidFill>
            <a:srgbClr val="2C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Baseline A  —  Ceiling check  (idx0 GPU)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40680" cy="274320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50000" tIns="80000" bIns="60000" wrap="square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질문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현재 설계가 덜 학습된 건 아닌지? 천장이 더 높지 않을까?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구성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CMD_B checkpoint (20k) 이어서 → 30k epochs.  코드 변경 없음. save_frequency 2500.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근거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Ep 20k에서 eps_len 185 → 202로 여전히 성장 중이었음. 미수렴 의심.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Sbatch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260421_AMASS_CMD_B_EXTEND/train_cmd_B_extend_gpu0.sh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71600"/>
            <a:ext cx="5532120" cy="45720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Baseline B  —  Structural fix (Retime R1)  (idx1 GPU)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74519"/>
            <a:ext cx="5532120" cy="274320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143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0000" rIns="150000" tIns="80000" bIns="60000" wrap="square"/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질문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Reward 충돌을 제거하면 VIC4 baseline 수준(100% success)을 회복할까?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구성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HumanoidImVICCmdRetime · s ∈ U(0.9, 1.1) · cmd_tracking_w = 0.0 · fresh 20k epochs.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근거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Teacher 자체가 retimed → base imitation만으로 명령 신호가 전달됨.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Sbatch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260421_AMASS_RETIME/train_retime_R1_gpu1.sh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00600"/>
            <a:ext cx="11155680" cy="411480"/>
          </a:xfrm>
          <a:prstGeom prst="roundRect">
            <a:avLst/>
          </a:prstGeom>
          <a:solidFill>
            <a:srgbClr val="288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공통 평가 프로토콜  (두 트랙 종료 후 동일 배터리)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30352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Test-greedy at fixed commands: v ∈ {0.90, 0.95, 1.00, 1.05, 1.10} · v_nat — success / av_steps / mean pelvis v / v_err / imitation rwd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Best-episode 역산으로 bin별 implied base imitation 계산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실패 모드 분포: slow / near-natural / fast 중 어디서 실패가 몰리는지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→ 정리: 02_research_dev/260422_retime_vs_baseline_analysis.md (두 job 모두 종료 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결과 — 지금까지의 motivating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Phase 0 · Round 1 은 “왜 Retime이 필요한가”를 드러낸 증거로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45920"/>
                <a:gridCol w="2286000"/>
                <a:gridCol w="2377440"/>
                <a:gridCol w="1005840"/>
                <a:gridCol w="3017520"/>
              </a:tblGrid>
              <a:tr h="533400"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실험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설정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Test-greedy rwd / steps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Success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  <a:tc>
                  <a:txBody>
                    <a:bodyPr lIns="60000" rIns="60000" tIns="30000" bIns="30000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역할</a:t>
                      </a:r>
                    </a:p>
                  </a:txBody>
                  <a:tcPr>
                    <a:solidFill>
                      <a:srgbClr val="143C82"/>
                    </a:solidFill>
                  </a:tcPr>
                </a:tc>
              </a:tr>
              <a:tr h="533400"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Phase 0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VIC4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 cmd, 4-group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951.19 / 299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baseline: 파이프라인 건강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33400"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Phase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VIC8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no cmd, 8-group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940.71 / 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상체 2 dims는 노이즈 — 4-group mainline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Round 1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CMD_A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w=0.3, v_cmd U(0.8,1.3)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526.95 / 236.4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65.5%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imitation 치우친 설정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533400"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Round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CMD_B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w=0.5, v_cmd U(0.8,1.3)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440.39 / 278.7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cmd 치우친 설정 → Baseline A로 연장 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Round 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V2_A / V2_B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+ shape variation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(중단 / segfault)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—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 lIns="60000" rIns="60000" tIns="25000" bIns="25000"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E1E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드롭: 단일-clip 위 shape 동기 부족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846320"/>
            <a:ext cx="11338560" cy="1417320"/>
          </a:xfrm>
          <a:prstGeom prst="roundRect">
            <a:avLst/>
          </a:prstGeom>
          <a:solidFill>
            <a:srgbClr val="E7EEF8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60000" bIns="6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해석 (Retime 관점에서 다시 읽음)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①  Phase 0 — VIC4 100% 성공, 951점. “단일 motion + 단일 속도”라 reward 충돌 자체가 없음.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②  Round 1 — v_cmd가 motion의 natural speed와 어긋나는 비율만큼 실패가 누적. Best-ep 시 imitation이 VIC4 초과인 것은 “충돌만 없으면 품질은 이미 있다”는 증거.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③  Round 2 — 드롭. 기초 설계 충돌을 먼저 없애고 multi-clip 단계에서 재검토.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궤도 수정 — Multi-clip Retrieval + Retime Hybrid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“임의 v_cmd → 적절한 학습 동작”은 단일 clip에선 원리적으로 불가능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155680" cy="86868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60000" bIns="60000" wrap="square"/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인식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Retime은 단일 clip ±10% 범위에서만 의미 있음.  “임의 속도 커맨드에 적절한 동작”의 진짜 답은 multi-clip motion library + command-indexed retrieval + per-clip retime 의 3단 hybrid.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6355080" cy="2743200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2C6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80000" bIns="6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구조  —  Episode reset마다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① v_cmd 샘플  ( 훈련 분포 내 )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② clip*  =  argmin  | v_motion(clip) − v_cmd |     # retrieval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③ s  =  v_cmd / v_motion(clip*)                        # retime scale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④ teacher  =  retime(clip*, scale = s)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C6AB8"/>
                </a:solidFill>
                <a:latin typeface="Pretendard"/>
                <a:ea typeface="Pretendard"/>
                <a:cs typeface="Pretendard"/>
              </a:rPr>
              <a:t>훈련 reward — base imitation만  ( cmd_tracking_w = 0 )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→  retimed teacher가 이미 v_cmd 를 담음 → 구조적 충돌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2286000"/>
            <a:ext cx="4617720" cy="2743200"/>
          </a:xfrm>
          <a:prstGeom prst="roundRect">
            <a:avLst/>
          </a:prstGeom>
          <a:solidFill>
            <a:srgbClr val="E7EEF8"/>
          </a:solidFill>
          <a:ln w="9525">
            <a:solidFill>
              <a:srgbClr val="143C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80000" bIns="60000" wrap="square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Continuous coverage — 유한 clip으로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예: 6 clip 등비수열  (ratio 1.20)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     0.60 — 0.72 — 0.86 — 1.03 — 1.24 — 1.48  m/s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각 clip ± 10% retime bandwidth →</a:t>
            </a:r>
          </a:p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전체 [ 0.54, 1.63 ] m/s 연속 커버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Clip 간격은 Baseline B 결과로 결정 —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  success≥95% at ±10% → 간격 ≤ 20%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  부분 성공 → 간격 좁힘 (더 많은 clip)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155680" cy="411480"/>
          </a:xfrm>
          <a:prstGeom prst="roundRect">
            <a:avLst/>
          </a:prstGeom>
          <a:solidFill>
            <a:srgbClr val="288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Acceptance Criterion  —  “훈련 범위 내 임의 v_cmd 추종 + 안 넘어짐”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6235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Fixed v_cmd bins (5~10개) × N=50~100 에피소드 — 각 bin당 success≥95%, v_err_rms ≤ 0.10 m/s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Clip 경계 근처 v_cmd 집중 샘플 → retime bandwidth edge에서의 robustness 확인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Ramp / step test → 에피소드 중 v_cmd 변화 대응력 (장기적으로 time-varying command의 전제)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43C82"/>
                </a:solidFill>
                <a:latin typeface="Pretendard"/>
                <a:ea typeface="Pretendard"/>
                <a:cs typeface="Pretendard"/>
              </a:rPr>
              <a:t>남은 과제 &amp; 한 문장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Baseline A/B 완료 → multi-clip 파이프라인 → 첫 multi-clip 학습까지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Motion Plan Layer — Method &amp; Progress  |  2026-04-20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03520" cy="411480"/>
          </a:xfrm>
          <a:prstGeom prst="roundRect">
            <a:avLst/>
          </a:prstGeom>
          <a:solidFill>
            <a:srgbClr val="288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W0  —  Baseline A/B 완료 + recipe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두 트랙 완료 후 fixed-v 배터리로 평가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Retime bandwidth 결과 → clip 간격 파라미터 결정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260422_retime_vs_baseline_analysis.md 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6792" y="1371600"/>
            <a:ext cx="5303520" cy="411480"/>
          </a:xfrm>
          <a:prstGeom prst="roundRect">
            <a:avLst/>
          </a:prstGeom>
          <a:solidFill>
            <a:srgbClr val="2C6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W0~W1 병렬  —  데이터 파이프라인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1874519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AMASS walking subset 필터링 (label or rule 기반)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Per-clip annotation: v_mean, cadence, stride, duration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amass_walking_subset_v0.pkl + index.json 산출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29000"/>
            <a:ext cx="5303520" cy="41148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W1~W2  —  Multi-clip 첫 학습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HumanoidImVICCmdMulti 구현 + motion_lib retrieval 경로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AMP demo pool을 multi-clip × per-demo s'로 확장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Narrow [0.7, 1.3] + Wider [0.5, 1.5] 두 variant 20k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3429000"/>
            <a:ext cx="5303520" cy="411480"/>
          </a:xfrm>
          <a:prstGeom prst="round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40000" bIns="40000"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Deferred / 장기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393192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Personalization (B-1) — multi-clip 안정화 후 재도입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Turning (ω_cmd) — turning clip 추가 이후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1E1E"/>
                </a:solidFill>
                <a:latin typeface="Pretendard"/>
                <a:ea typeface="Pretendard"/>
                <a:cs typeface="Pretendard"/>
              </a:rPr>
              <a:t>•  Cadence 축 retrieval · rl-games resume epoch_num 보존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77840"/>
            <a:ext cx="11155680" cy="731520"/>
          </a:xfrm>
          <a:prstGeom prst="roundRect">
            <a:avLst/>
          </a:prstGeom>
          <a:solidFill>
            <a:srgbClr val="143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0000" rIns="220000" tIns="80000" bIns="80000" wrap="square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단일 clip + 랜덤 v_cmd는 정의 불능.  Multi-clip library + command-indexed retrieval + per-clip retime hybrid로 구조적으로 해결한다 — 현재 Baseline A/B는 이 hybrid의 bandwidth·reward-구조 recipe를 확정하는 진단 실험.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